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d75afff9de4101" /><Relationship Type="http://schemas.openxmlformats.org/officeDocument/2006/relationships/extended-properties" Target="/docProps/app.xml" Id="R639c1fa27e3a4191" /><Relationship Type="http://schemas.openxmlformats.org/officeDocument/2006/relationships/officeDocument" Target="/ppt/presentation.xml" Id="Rbf1c05ef34b643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7f15e9f994567"/>
  </p:sldMasterIdLst>
  <p:notesMasterIdLst>
    <p:notesMasterId xmlns:r="http://schemas.openxmlformats.org/officeDocument/2006/relationships" r:id="R02b385c5e231441e"/>
  </p:notesMasterIdLst>
  <p:sldIdLst>
    <p:sldId xmlns:r="http://schemas.openxmlformats.org/officeDocument/2006/relationships" id="256" r:id="R70a06f56e38f479c"/>
    <p:sldId xmlns:r="http://schemas.openxmlformats.org/officeDocument/2006/relationships" id="257" r:id="R06ec8f222cf04b4e"/>
    <p:sldId xmlns:r="http://schemas.openxmlformats.org/officeDocument/2006/relationships" id="258" r:id="R18fbce0887a746b1"/>
    <p:sldId xmlns:r="http://schemas.openxmlformats.org/officeDocument/2006/relationships" id="259" r:id="R962426be169d459b"/>
    <p:sldId xmlns:r="http://schemas.openxmlformats.org/officeDocument/2006/relationships" id="260" r:id="R1336d36e3de44c11"/>
    <p:sldId xmlns:r="http://schemas.openxmlformats.org/officeDocument/2006/relationships" id="261" r:id="Rd285f2186a4d40ad"/>
    <p:sldId xmlns:r="http://schemas.openxmlformats.org/officeDocument/2006/relationships" id="262" r:id="R8bbb7ef20b15485a"/>
    <p:sldId xmlns:r="http://schemas.openxmlformats.org/officeDocument/2006/relationships" id="263" r:id="Rf0f4a1e3a7da42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9fb72b5004fa6" /><Relationship Type="http://schemas.openxmlformats.org/officeDocument/2006/relationships/slideMaster" Target="/ppt/slideMasters/slideMaster1.xml" Id="R56c7f15e9f994567" /><Relationship Type="http://schemas.openxmlformats.org/officeDocument/2006/relationships/notesMaster" Target="/ppt/notesMasters/notesMaster1.xml" Id="R02b385c5e231441e" /><Relationship Type="http://schemas.openxmlformats.org/officeDocument/2006/relationships/presProps" Target="/ppt/presProps.xml" Id="R760664e3cd4f4b2d" /><Relationship Type="http://schemas.openxmlformats.org/officeDocument/2006/relationships/viewProps" Target="/ppt/viewProps.xml" Id="R35e6cd76b92d48fc" /><Relationship Type="http://schemas.openxmlformats.org/officeDocument/2006/relationships/tableStyles" Target="/ppt/tableStyles.xml" Id="R45ac9e1fa8fc4502" /><Relationship Type="http://schemas.openxmlformats.org/officeDocument/2006/relationships/slide" Target="/ppt/slides/slide1.xml" Id="R70a06f56e38f479c" /><Relationship Type="http://schemas.openxmlformats.org/officeDocument/2006/relationships/slide" Target="/ppt/slides/slide2.xml" Id="R06ec8f222cf04b4e" /><Relationship Type="http://schemas.openxmlformats.org/officeDocument/2006/relationships/slide" Target="/ppt/slides/slide3.xml" Id="R18fbce0887a746b1" /><Relationship Type="http://schemas.openxmlformats.org/officeDocument/2006/relationships/slide" Target="/ppt/slides/slide4.xml" Id="R962426be169d459b" /><Relationship Type="http://schemas.openxmlformats.org/officeDocument/2006/relationships/slide" Target="/ppt/slides/slide5.xml" Id="R1336d36e3de44c11" /><Relationship Type="http://schemas.openxmlformats.org/officeDocument/2006/relationships/slide" Target="/ppt/slides/slide6.xml" Id="Rd285f2186a4d40ad" /><Relationship Type="http://schemas.openxmlformats.org/officeDocument/2006/relationships/slide" Target="/ppt/slides/slide7.xml" Id="R8bbb7ef20b15485a" /><Relationship Type="http://schemas.openxmlformats.org/officeDocument/2006/relationships/slide" Target="/ppt/slides/slide8.xml" Id="Rf0f4a1e3a7da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cd358efbb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0866f206b4c78" /><Relationship Type="http://schemas.openxmlformats.org/officeDocument/2006/relationships/notesMaster" Target="/ppt/notesMasters/notesMaster1.xml" Id="Re928bc50ae95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1d6b44274e4475" /><Relationship Type="http://schemas.openxmlformats.org/officeDocument/2006/relationships/notesMaster" Target="/ppt/notesMasters/notesMaster1.xml" Id="Rfbbbb9bb7d1847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0358f4b084a34" /><Relationship Type="http://schemas.openxmlformats.org/officeDocument/2006/relationships/notesMaster" Target="/ppt/notesMasters/notesMaster1.xml" Id="R591516d192ce4e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941f34348c4e8d" /><Relationship Type="http://schemas.openxmlformats.org/officeDocument/2006/relationships/notesMaster" Target="/ppt/notesMasters/notesMaster1.xml" Id="Rb87e4dafd32b4c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f3618d27654965" /><Relationship Type="http://schemas.openxmlformats.org/officeDocument/2006/relationships/notesMaster" Target="/ppt/notesMasters/notesMaster1.xml" Id="Rf6331e6ef19f44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4219a1a354ff5" /><Relationship Type="http://schemas.openxmlformats.org/officeDocument/2006/relationships/notesMaster" Target="/ppt/notesMasters/notesMaster1.xml" Id="R57ddd6b9f6f147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d40f59de09400c" /><Relationship Type="http://schemas.openxmlformats.org/officeDocument/2006/relationships/notesMaster" Target="/ppt/notesMasters/notesMaster1.xml" Id="R2c6645bba7594a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a230069bcd4c60" /><Relationship Type="http://schemas.openxmlformats.org/officeDocument/2006/relationships/notesMaster" Target="/ppt/notesMasters/notesMaster1.xml" Id="R2c60d076851e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04f4d28944e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5c42cce234a4d" /><Relationship Type="http://schemas.openxmlformats.org/officeDocument/2006/relationships/slideLayout" Target="/ppt/slideLayouts/slideLayout1.xml" Id="R83cb1272d3ec4d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b1272d3ec4d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42a5f2df94e43" /><Relationship Type="http://schemas.openxmlformats.org/officeDocument/2006/relationships/notesSlide" Target="/ppt/notesSlides/notesSlide1.xml" Id="R14a1a20242fd49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1d1b528594c58" /><Relationship Type="http://schemas.openxmlformats.org/officeDocument/2006/relationships/notesSlide" Target="/ppt/notesSlides/notesSlide2.xml" Id="Rbc52d166345e47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ad0188f7a4925" /><Relationship Type="http://schemas.openxmlformats.org/officeDocument/2006/relationships/notesSlide" Target="/ppt/notesSlides/notesSlide3.xml" Id="R614477167a38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63d7b23f1459c" /><Relationship Type="http://schemas.openxmlformats.org/officeDocument/2006/relationships/notesSlide" Target="/ppt/notesSlides/notesSlide4.xml" Id="Rb8888c22f6de4f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b66ae64ec499e" /><Relationship Type="http://schemas.openxmlformats.org/officeDocument/2006/relationships/notesSlide" Target="/ppt/notesSlides/notesSlide5.xml" Id="R60674b386e2b44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164557e5f4436" /><Relationship Type="http://schemas.openxmlformats.org/officeDocument/2006/relationships/notesSlide" Target="/ppt/notesSlides/notesSlide6.xml" Id="R0c5608dd4ddf4f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993f9fa784c91" /><Relationship Type="http://schemas.openxmlformats.org/officeDocument/2006/relationships/notesSlide" Target="/ppt/notesSlides/notesSlide7.xml" Id="R98cc4e93c46142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aad293ea04a2f" /><Relationship Type="http://schemas.openxmlformats.org/officeDocument/2006/relationships/notesSlide" Target="/ppt/notesSlides/notesSlide8.xml" Id="Rc8d746034e5c45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56A0E-B967-4022-BFC1-C9332A5F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DC434-A8E3-4990-B668-600A75B4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667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Air-Gap Orchestrator Registration and EC-S-P Licensing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8B4FA-DB88-42CA-A1F1-C575886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Version 1.0 process deck for one self-hosted Orchestrator and three physical EdgeConnect EC-S-P appliances.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88BF3-4CEE-4FDB-B9B1-B72FD3B6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857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4BD52-F857-4B90-A1CA-038F50A8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1DBD7-8B67-4E01-B22C-4073162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 Orchestrator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8681E-0C9C-4E44-AC20-B9BFB500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533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Self-hosted deployment; Air-Gap mode is a controlled and hard-to-reverse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FA471-98DA-488E-A0C4-283A9384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62300"/>
            <a:ext cx="2857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628F9-7722-4D73-AFB5-7F217B40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623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804B1-40B5-4D01-8B4A-BE7660D6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3 EC-S-P appliances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5B621-F8A7-41E0-BD04-82139565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533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Physical EdgeConnect appliances must be licensed and then enabled for Air-Gap mode individually.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6A96A-3EB3-40C8-9C77-9E4C4188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2857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BED2E-AA44-4833-A0B9-84B30E8A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762C1-E742-4567-B588-9F78449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Manual exchange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BD338-354C-408D-BF08-723AE8A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2533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Registration responses, license files, and supporting files move through approved removable-media controls.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DE207-091D-489A-A722-2D5DCED8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1C715-90DB-4A5E-954D-2F75D42D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62345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0FF57-0A65-42BE-B131-62D99AA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VERSION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4239C-8CF4-40DC-88EE-8DD1042F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Process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A8546-EDFA-48F0-BD59-4E33ADA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16100-1DF6-4C9D-AC6C-1BB482B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B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28C3-DB90-4AA8-902D-A9691FE3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1B9F1-884E-4A41-B735-BF14E407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328D7-52F5-4C34-8AF2-6014D5F3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390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Portal account, versions, serials, transfer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3CE6A-42BA-4E3F-8D48-F4EB0F22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14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B9F92-330F-47F1-A25C-07D9CF4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E5D95-8199-48D8-894B-BC64EAC2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1C63D-A5B0-46CC-81E4-DD001BC5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32E3F-4CF7-4132-A720-200E30D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096E8-3164-4F4E-81BB-EA2DA025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1390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Exchange Orchestrator key and portal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5B5E8-C7EB-4A93-8279-8AD9DB7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980DC-CFFB-4679-AD53-066EE4CC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58F5E-B718-4A7A-9901-3F3BFAD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B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437A3-7E6C-4ECC-B684-AE368E94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4B2B5-A4AD-465F-86BF-93E69EFB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License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8D212-739F-4E00-8081-6771C00D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47950"/>
            <a:ext cx="1390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Assign EC, Boost, and feature licenses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B74D1-D6C5-4680-B827-58E42D31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14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8E37E-7F49-4288-893A-7976893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98BFF-DFF1-4EA9-8B54-53AA196B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3A5C6-85A5-4F83-980F-5FF0FF1E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3DD8D-C306-4009-BFEA-586455B2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0BBD7-B976-4E73-A134-EE25EDDB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1390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Move license and supporting files to Orchestrator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A41D4-FBF8-40AD-B43D-FA6188F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A91C2-95FD-4720-A692-81898826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8C59E8-8DAB-4061-9D53-2C2B6281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B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1E798A-FCF2-478A-928A-6E8177B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604666-7850-4C0D-8001-4C52DC40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C52F6-9078-4BEF-9292-014D570D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390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Turn on Air-Gap mode on each EC-S-P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2A6C01-B250-4150-B33D-758E7C2C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8EE40-8BE0-4A1F-BF4A-3E6893E1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License and supporting files are operational artifacts, not repository artifacts.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BF107-395F-4E1C-AA6C-202B7381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B3D39A-F3E0-486D-A0F6-76B5EB0B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958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Download a new license file after every add, reassign, or revoke action.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D7111B-5685-4A03-A68A-D9AD051A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AAE0F1-E975-4C6E-BD37-CB40E2F4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After file upload, appliance enablement is repeated on edgeconnect-1, edgeconnect-2, and edgeconnect-3.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C71550-DE00-4192-B1D7-3AC4FA1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4E0022-06FF-4E5D-BCD6-E2F90A5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60763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0A66D-C697-481A-85C0-C617950B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VERSION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6774F-8624-44F2-BBAE-513C76BB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Boundary Model: Connected Portal, Isolated SD-WAN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E2A44-80C8-4B77-AFEE-E2443AAE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FB893-9D6B-4D91-97E5-0BC4A183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B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1F794-B95E-47D3-B6A2-FD2E95D9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F1F2D-111B-4325-9835-E1FC007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Internet-connected side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10948-85EE-47AC-903C-A947D9F7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Air-Gap Portal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account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License assignment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Required file downloads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03466-A703-4B62-BAC9-8FB27454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EC640-BB52-44A1-A50B-1B76554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ED1B9-F439-47D1-A173-C6400229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Approved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4C0C7-8883-4039-9A19-EA58057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77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Removable media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Malware scan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Chain of custody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Temporary files outside 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4A77B-70BE-4AB7-BC4A-7B77257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C3482-A231-4115-A873-A2FBD066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225B7-A489-43F9-9F92-0BC212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Isolated side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542C0-A8CB-4787-98DE-B8265681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Orchestrator Air-Gap tab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License file upload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Supporting file upload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EC-S-P appliance UIs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3471B-4D29-4DD7-9B9A-D468ADF3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374FC-5666-40C1-8D68-922236A4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3C896-E432-41BC-B7D4-B8652047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registration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AE788-A025-4919-8523-ECCF2BB7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E9C21-6207-4F62-9A0F-B56CE1DA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B1F96-A50B-4AE0-AAF6-E85EFF3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portal response / 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D2E55-3466-47E0-B33D-47ABE938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8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743AB-E1F6-496D-87C8-8A6C607D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ACBA6-9A42-45B9-B5B5-A15D4FA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38650"/>
            <a:ext cx="786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Repository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DA9F1-BBD4-4FEF-8F94-E212134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786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The repo stores the runbook, scripts, and final docs only. It must not store registration keys, account keys, portal responses, license files, supporting ZIPs, or appliance backups.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F9722-CC8E-4526-AA62-DFF0EE34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2BE43-9941-4C1D-8C24-0646C78C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29485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FC8A3-3BE8-4D30-851A-581A2E7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VERSION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DC22D-462A-4409-B50D-7871E21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Register the Orchestrator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35C6A-C1E3-4231-B6AC-A319826A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0A2D7-DFE9-41DD-8473-328610D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819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C895C-938E-4B22-B6F0-802C724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E9AF8-2EBF-471B-9141-F3910C42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Enable Air-Gap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7F8C0-65C5-4177-9F68-F8749398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495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Orchestrator &gt; Orchestrator Server &gt; Licensing &gt; Air-Gap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Select Enable Air-Gap mode 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328D2-B1C8-4A50-B307-8A35DCB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2819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DFEF9-7CDA-49FC-B425-9D2F3685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E9DC6-4F7C-4514-8071-409AF1F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Copy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1AFD8-5794-4227-B1DF-B326B75D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2495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Click Air-Gap Registration, Show Registration Key, then Copy Registration Key.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80F27-4595-4E29-B383-E810BD63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2819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FA206-7D64-4DA8-8A58-6EEB1CAC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31DBA-59EF-43C2-BE8A-739CEE9C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478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Portal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1D084-E459-47A5-A07E-65C9AFF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2495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Paste the key in the Air-Gap Portal Register Orchestrator tab and copy the response.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4E811-7B8C-40A1-8332-D3166537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F9468-E208-422C-936D-E74726C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9BBE4-7EE8-4A1B-AA2D-2F3105FA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E7F4D-AAAE-4590-A8CD-701E036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D8903-61B4-45F8-B1E6-41EBAB41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704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73D97-DD48-4C60-8E74-F5C2DEEF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BBD1C-B024-4359-9F14-3C6C9E6F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29100"/>
            <a:ext cx="672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Complete registration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C82C9-80F7-4EEE-931C-F56D6BFF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52950"/>
            <a:ext cx="672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Return to Orchestrator &gt; Licensing &gt; Air-Gap, paste the portal response, click Save Portal Response, and close the dialog.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86F2D-6655-4B5B-B969-2F71D6AB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0EC74-57E9-4F98-9ECE-1841F658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01996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BF88F-C6DB-4BE9-B7CD-39DF6D9C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VERSION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10189-A2B7-469F-8902-7CFAB6C4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License the Three EC-S-P Appliances in the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A0F03-4C3B-444D-A6EE-8B43B1A2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91BB6-88ED-4B39-8A8D-5F921E1B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739A4-CE2C-4E9E-BE33-87B0CA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Open License &amp; Manage Appliances and confirm all three EC-S-P serial numbers are present.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0CE7F-2675-464F-A094-56DD0BE4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16FFE-19A8-4049-9EF4-186AF635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Select the appliances to license; verify the selection because the portal may default to all appliances.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008AF-CEE3-4F73-86BC-026F637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05A63-FF84-45CD-AA57-22C9DDF8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Use Assign/Revoke Licenses to Add/Replace EC size, Boost, WAN Optimization, or Advanced Security / DTD.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3DA4C-2B7C-41C6-9446-FE933ED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1BEA3-FB71-402B-8798-CAB026E4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Click Apply and verify the table shows expected licenses for edgeconnect-1, edgeconnect-2, and edgeconnect-3.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077AB-1E5E-4F53-83A4-95854984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3C7F9-0484-4CC3-A11F-48AB1204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B0211-8DEE-45AB-B83B-05867B4D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Bulk 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62250-B610-4B4D-BF60-5EAFC2DD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All appliances must be on the same software 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4F384-CBC6-4408-960E-77D79ADA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8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7005B-AE62-40BA-A83B-0A16D106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00FAA-67FF-4090-A879-A4B42B1C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RMA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04A26-18F1-4725-8C07-575E0326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Revoke an appliance license before RMA activity.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50B40-D9D1-4C10-92EE-6321B87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FBD1F-EDD5-4527-9F88-AC4EC92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51724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5AA82-6447-481B-9AE6-B07FA79E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VERSION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D5BC6-6231-4CC8-83C6-8F4A80F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Download and Upload Required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B1723-45F8-4B96-B92D-E580873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999B6-D438-4FCA-8A50-2BDEFE37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B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C8F10-C3D0-452D-ABF6-39FCBED8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D4E19-CCD8-42ED-9735-36790423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Download from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14D03-B4B6-47BC-894C-A275E785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533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Select all appliances, click Download Required Files, then download Appliance Licenses and Supporting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1F65D-8088-4DE5-97B2-D6DAF99C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1C3BC-E364-4171-ADA9-85C9C7B8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B05EE-44EB-490D-843F-CC63F311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47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Transfer inward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9E039-6F76-4257-BA79-E47A2CF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71700"/>
            <a:ext cx="2533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Move both encrypted files into the isolated environment using the approved transfer process.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EEBDC-0FD5-4A9A-B073-CC9DC9F6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A4955-845F-40AB-9961-0AB11222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6E9CF-94C2-4BF6-91F2-D59D0D5E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Upload to Orchestrator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F0A50-E032-4115-858E-32DF48DA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533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Use Air-Gap File Upload to upload the license file and supporting file package.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84210-C592-41E2-9547-6F9E72D2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6AFB4-FB1F-4962-8A6C-B39C0065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BCD66-034F-494C-A97C-C3C53950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B4F8E-8F20-44D3-A2A5-BDD96F26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14603-62FD-4BF7-A23D-3464FB91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43073-48B7-4427-8B32-F2F23C62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5D276-3C0B-444B-B3E3-07AFAEFF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786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Operational cadence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E0F88-58F1-4720-ACE8-D7A3CD56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52950"/>
            <a:ext cx="786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Download a new license file after every license change. Update the supporting file package monthly or according to HPE guidance and local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CE9F7-4858-4E30-A978-B05F4EC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13AE7-FA35-460A-971F-53F9E0BC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34807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7A6AA-9283-46D5-B69E-6C9277E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VERSION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1B133-A739-4CE8-83BD-20509E6B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Enable Air-Gap Mode on Each EC-S-P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94EBE-2DF3-498C-8A4A-8C20E5E9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5D5E-994C-4ED7-9BF7-F6135ACC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819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EE407-74C3-4D70-9AEF-29430132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12C76-34B8-496C-AFE2-6D3CBB65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edgeconnect-1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F2237-11D2-4A62-852B-42A3420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4955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1. Administration &gt; HPE Aruba Networking Cloud Services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2. Select Enable Air-Gap Mode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3. Enter Orchestrator IP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4. Administration &gt; License &amp; Registration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5. Enter account name and account key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6. Apply and sign 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48FE8-B274-4B95-A207-C885D4FC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2819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99DE9-49AB-49F5-80E0-911A022F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F74C5-8C95-4460-97E0-8D317D17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edgeconnect-2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4EBEE-B288-4839-AFE7-1753F7E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24955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1. Administration &gt; HPE Aruba Networking Cloud Services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2. Select Enable Air-Gap Mode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3. Enter Orchestrator IP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4. Administration &gt; License &amp; Registration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5. Enter account name and account key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6. Apply and sign 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E5A51-B7CA-4CA5-ACA4-69CAB5B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2819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17E48-939E-43E5-BC52-6D529A5C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64483-E332-45EE-B26E-C88538D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edgeconnect-3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6E662-5C17-42B0-AA42-9968A298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4955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1. Administration &gt; HPE Aruba Networking Cloud Services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2. Select Enable Air-Gap Mode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3. Enter Orchestrator IP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4. Administration &gt; License &amp; Registration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5. Enter account name and account key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6. Apply and sign 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38C89-2BC3-46AF-A2D2-5510AA9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91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0">
            <a:solidFill>
              <a:srgbClr val="E7F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D1AA7-A74F-4D27-B103-0A6E67D6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958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repeat per appliance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DE174-2F03-4E1E-B941-F02B930C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291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0">
            <a:solidFill>
              <a:srgbClr val="FFF3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9D03D-94D9-4BBF-9702-E8B32FAA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65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6500"/>
                </a:solidFill>
                <a:latin typeface="Aptos"/>
                <a:ea typeface="Aptos"/>
                <a:cs typeface="Aptos"/>
              </a:rPr>
              <a:t>account name is case-sensitive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E130E-DD87-408D-9C5A-61173DB2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8"/>
          </a:solidFill>
          <a:ln xmlns:a="http://schemas.openxmlformats.org/drawingml/2006/main" w="0">
            <a:solidFill>
              <a:srgbClr val="FDE8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F0DDA-8FBD-493F-9FF4-678B0CF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958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B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1C1C"/>
                </a:solidFill>
                <a:latin typeface="Aptos"/>
                <a:ea typeface="Aptos"/>
                <a:cs typeface="Aptos"/>
              </a:rPr>
              <a:t>serial must be in license 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D0FB3-0050-4B96-BC3D-67639CBB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E9A37-9EFC-4BBD-8BD3-61381DA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35476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9DDD9-39B0-474B-B391-3B2A5D9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5B6"/>
                </a:solidFill>
                <a:latin typeface="Aptos"/>
                <a:ea typeface="Aptos"/>
                <a:cs typeface="Aptos"/>
              </a:rPr>
              <a:t>VERSION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47E52-1D62-4F7B-A916-7EDB4345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Validation and Completion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7F016-1B10-4093-9A2C-B59CA46B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CC36C-7F7B-42BF-A083-DCC2AFC9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B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B21A2-96CE-437E-93CA-3074720B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12736-8CA0-4FF4-9797-9FAB656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Orchestrator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19B18-BE76-4086-9F0A-397627BF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3009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Air-Gap mode enabled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Registration complete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Latest license file uploaded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Latest supporting package uploaded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No unexpected Air-Gap alarms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1C19F-D7B4-4DD9-92F5-8CF8022E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47B32-303C-4CB4-98D3-F0240F5F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8C7C7-6947-4871-8B12-68B3AA1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Appliance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9AB43-196D-4AEE-A2AC-65344CDF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3009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All three EC-S-Ps visible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Expected serial numbers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Valid EC licenses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Optional licenses present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Software versions match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6A19C-3A28-4D81-B22C-EB5E7024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CBC3D-5819-4858-B9D3-E7C705B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15738-030D-44ED-814F-7B449A12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Repo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0D631-CBF0-4A77-9FA3-0C437BE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19621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Run git status --ignored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Confirm sensitive files are absent</a:t>
            </a:r>
          </a:p>
          <a:p xmlns:a="http://schemas.openxmlformats.org/drawingml/2006/main">
            <a:pPr algn="l">
              <a:defRPr sz="975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Commit only docs, scripts, and final deliverables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16633-3774-43D2-B840-834CDC40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Complete when Orchestrator is registered, all three EC-S-P appliances are licensed and visible, and no sensitive Air-Gap artifacts are in Git.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034DF-31C2-4583-877C-AD71EDA6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HPE Aruba Networking EdgeConnect SD-WAN Air-Gap runbook | Do not store keys or license files in 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B545A-2E9E-4144-BCFC-413E0AA8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0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0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4954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2026-06-09T10:10:35.6680000Z</dcterms:created>
  <dcterms:modified xsi:type="dcterms:W3CDTF">2026-06-09T10:10:35.6680000Z</dcterms:modified>
</coreProperties>
</file>